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D4BCC-F6EF-E7B8-9698-20F965A75F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99A8CF-4E9A-4FD2-5618-DAEA80966C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D3D65-1203-CFF7-4EC2-6CF30D57E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021B7-7B49-47B7-BF1E-7C2257AD0D5B}" type="datetimeFigureOut">
              <a:rPr lang="en-IN" smtClean="0"/>
              <a:t>03-05-2024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3D8C69-D821-96F9-A6A5-5D4632537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8F3059-BA8A-970F-3377-2CE069CD9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31566-E5DE-4DD1-BD40-F7C74C174B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7593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7B8BB-7DDB-EAC3-DF41-F7C114A17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2467E-B178-1DEF-5BAD-859422ADA1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9408B-4BDB-E2E1-33E4-65F524AD4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021B7-7B49-47B7-BF1E-7C2257AD0D5B}" type="datetimeFigureOut">
              <a:rPr lang="en-IN" smtClean="0"/>
              <a:t>03-05-2024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97F739-E6BF-E20A-D09B-311B70F2E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F5CAE-5AD2-E5AE-FD0C-1B383BB9D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31566-E5DE-4DD1-BD40-F7C74C174B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693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86601-2957-0A13-85B3-B517EC84E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183139-60E6-01B6-781E-2867EFB13B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84032C-9D59-3E5A-D06D-50A6F0E21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021B7-7B49-47B7-BF1E-7C2257AD0D5B}" type="datetimeFigureOut">
              <a:rPr lang="en-IN" smtClean="0"/>
              <a:t>03-05-2024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D5886-2F95-558D-3CD4-5F6592C6F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0EA62-9D02-9E32-10BB-2ABBE274C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31566-E5DE-4DD1-BD40-F7C74C174B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6240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63C75-1C17-D962-C428-BF17E203D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89BD8-799A-014F-4433-BF674F7BD9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8B3608-6D80-E647-1C69-0080B06984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E89707-65ED-FEA2-E8F1-73F4794E0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021B7-7B49-47B7-BF1E-7C2257AD0D5B}" type="datetimeFigureOut">
              <a:rPr lang="en-IN" smtClean="0"/>
              <a:t>03-05-2024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252167-C5C6-642B-7021-D247E1CB2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7580EE-E4EF-F66F-CA26-687A3042A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31566-E5DE-4DD1-BD40-F7C74C174B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5451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24064-3778-58EB-0AC6-B4A725DB5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B21C1F-5576-7557-2070-72071042B0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0BFF99-2DC7-A659-ED33-532D0CF4E1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F4A48E-9F58-93C5-3D57-9CB1A5FE71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9FDFF8-5808-35BF-04E4-37B1DB9391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3B6BB6-1241-A49B-1142-3B0A2AF1C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021B7-7B49-47B7-BF1E-7C2257AD0D5B}" type="datetimeFigureOut">
              <a:rPr lang="en-IN" smtClean="0"/>
              <a:t>03-05-2024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EE858A-7246-F165-EE9B-7BD116C4D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286E0F-42E2-AA00-509C-23FE5098E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31566-E5DE-4DD1-BD40-F7C74C174B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8674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1BD20-BB02-B9DB-E202-123A64846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7D6443-5684-20DC-A119-4A8B8D40A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021B7-7B49-47B7-BF1E-7C2257AD0D5B}" type="datetimeFigureOut">
              <a:rPr lang="en-IN" smtClean="0"/>
              <a:t>03-05-2024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B3040E-39F7-B037-991C-5D50939A5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FCBA62-3775-C2F3-8522-E71A14295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31566-E5DE-4DD1-BD40-F7C74C174B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8561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FBA8EE-0277-F583-F5A3-943110CD6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021B7-7B49-47B7-BF1E-7C2257AD0D5B}" type="datetimeFigureOut">
              <a:rPr lang="en-IN" smtClean="0"/>
              <a:t>03-05-2024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0FD5AE-DF3A-730B-2492-BCF0F5ED2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E8B6C3-4648-1EE5-8453-A7EB67C9B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31566-E5DE-4DD1-BD40-F7C74C174B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6029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8A9A2-8CDE-CD6E-B3E6-E9D80D889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0ED6A-17B8-F74F-0830-768F68F2C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B0DE84-ED70-2E36-6955-43849810F9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F37F2C-6C82-CD18-3610-736E267C2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021B7-7B49-47B7-BF1E-7C2257AD0D5B}" type="datetimeFigureOut">
              <a:rPr lang="en-IN" smtClean="0"/>
              <a:t>03-05-2024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08C3B9-677B-9A57-0C27-74337AA45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40DBCF-5C69-74B7-8E8E-CC7CD8D17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31566-E5DE-4DD1-BD40-F7C74C174B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1576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1AF2A-8645-4661-8308-A46E254A8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BC6BFC-078E-1FB8-728E-852B8172C1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8327CF-A32F-E129-F03E-F991A58BF8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4F104B-CD0B-55CE-5419-D48BDDC1A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021B7-7B49-47B7-BF1E-7C2257AD0D5B}" type="datetimeFigureOut">
              <a:rPr lang="en-IN" smtClean="0"/>
              <a:t>03-05-2024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107ACD-02F3-CF2C-291E-2954C707C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FBB2DF-2DF0-11D7-5DA0-84956C411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31566-E5DE-4DD1-BD40-F7C74C174B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8305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D259F-775D-BF40-01CF-1EDB8B7EB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95A0CA-9327-4006-0E5E-A3C3379A66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DAB6AB-F12C-E563-1E41-A9481528D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021B7-7B49-47B7-BF1E-7C2257AD0D5B}" type="datetimeFigureOut">
              <a:rPr lang="en-IN" smtClean="0"/>
              <a:t>03-05-2024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6DB11-E535-6704-9CE1-8DB76623E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D57C64-C2E4-D263-5B9D-53660AF1A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31566-E5DE-4DD1-BD40-F7C74C174B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1875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760990-6AD3-4628-46D7-77E6840FF2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F9330A-8D7A-B8C4-86ED-EB5AC1500B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13CA03-4E9D-FD54-F45B-5274D7F93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021B7-7B49-47B7-BF1E-7C2257AD0D5B}" type="datetimeFigureOut">
              <a:rPr lang="en-IN" smtClean="0"/>
              <a:t>03-05-2024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E47205-EBD8-E5E0-6A80-B2DABF422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532362-B5CF-CABE-F8FC-8C28B08EA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31566-E5DE-4DD1-BD40-F7C74C174B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589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26D3E3-29B3-71E7-648B-2300DD2E0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BE593B-DD9A-7247-0940-D43AF08AED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17F4AE-4600-B353-0511-F4C873E323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0021B7-7B49-47B7-BF1E-7C2257AD0D5B}" type="datetimeFigureOut">
              <a:rPr lang="en-IN" smtClean="0"/>
              <a:t>03-05-2024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043342-E4EF-F306-9621-BAD5DC325C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F73F19-56D8-AC5D-9A37-5F0A50A1C8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731566-E5DE-4DD1-BD40-F7C74C174B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3162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02538-A0D1-03F0-987B-5FF6C6D58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Data Engineering - Final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706E2-AEF7-CB7C-0162-BBF3381CF7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Part 1: Regression and Classification Analysis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1.1 Data Collection: Currency pairs (CPs) including EURUSD, EURCHF, EURCAN, GBPEUR, GBPUSD, </a:t>
            </a:r>
          </a:p>
          <a:p>
            <a:pPr marL="0" indent="0">
              <a:buNone/>
            </a:pPr>
            <a:r>
              <a:rPr lang="en-US" sz="1400" dirty="0"/>
              <a:t>GBPCHF, GBPCAN, USDCHF, USDCAN, and USDJPY are selected for analysis. Real-time data is fetched </a:t>
            </a:r>
          </a:p>
          <a:p>
            <a:pPr marL="0" indent="0">
              <a:buNone/>
            </a:pPr>
            <a:r>
              <a:rPr lang="en-US" sz="1400" dirty="0"/>
              <a:t>from Polygon for these pairs.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1.2 Regression: A regression model is built using the average mean price, volume, and other </a:t>
            </a:r>
          </a:p>
          <a:p>
            <a:pPr marL="0" indent="0">
              <a:buNone/>
            </a:pPr>
            <a:r>
              <a:rPr lang="en-US" sz="1400" dirty="0"/>
              <a:t>statistical features among the base CPs. Additionally, correlations with EURUSD and BTC are used as </a:t>
            </a:r>
          </a:p>
          <a:p>
            <a:pPr marL="0" indent="0">
              <a:buNone/>
            </a:pPr>
            <a:r>
              <a:rPr lang="en-US" sz="1400" dirty="0"/>
              <a:t>new features. This model aims to predict future price movements based on historical data.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1.3 Classification: GBPUSD and USDJPY are chosen for classification analysis. Each currency pair is </a:t>
            </a:r>
          </a:p>
          <a:p>
            <a:pPr marL="0" indent="0">
              <a:buNone/>
            </a:pPr>
            <a:r>
              <a:rPr lang="en-US" sz="1400" dirty="0"/>
              <a:t>classified as FORECASTABLE (F), NON-FORECASTABLE (N), or UNDEFINED (U) based on the RMSE </a:t>
            </a:r>
          </a:p>
          <a:p>
            <a:pPr marL="0" indent="0">
              <a:buNone/>
            </a:pPr>
            <a:r>
              <a:rPr lang="en-US" sz="1400" dirty="0"/>
              <a:t>values predicted. This classification helps in identifying pairs suitable for trading strategies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3316765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CE174-22CD-BA26-63B8-4012DB48B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- 2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F5137-A692-8C43-CC51-494733FDD0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Part 2: Long/Short Trading Strategy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2.1 Selection of Long/Short CPs: The slope of a 20-point univariable time series regression is used to </a:t>
            </a:r>
          </a:p>
          <a:p>
            <a:pPr marL="0" indent="0">
              <a:buNone/>
            </a:pPr>
            <a:r>
              <a:rPr lang="en-US" sz="1400" dirty="0"/>
              <a:t>select Long and Short currency pairs. This methodology helps in identifying pairs with </a:t>
            </a:r>
            <a:r>
              <a:rPr lang="en-US" sz="1400" dirty="0" err="1"/>
              <a:t>favourable</a:t>
            </a:r>
            <a:r>
              <a:rPr lang="en-US" sz="1400" dirty="0"/>
              <a:t> </a:t>
            </a:r>
          </a:p>
          <a:p>
            <a:pPr marL="0" indent="0">
              <a:buNone/>
            </a:pPr>
            <a:r>
              <a:rPr lang="en-US" sz="1400" dirty="0"/>
              <a:t>trends for trading.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2.2 Implementation of L/S Strategy: The L/S strategy is initiated at hour #5 and adjusted at </a:t>
            </a:r>
          </a:p>
          <a:p>
            <a:pPr marL="0" indent="0">
              <a:buNone/>
            </a:pPr>
            <a:r>
              <a:rPr lang="en-US" sz="1400" dirty="0"/>
              <a:t>subsequent hours, considering the ratio between USDJPY and GBPUSD. Trading positions are closed </a:t>
            </a:r>
          </a:p>
          <a:p>
            <a:pPr marL="0" indent="0">
              <a:buNone/>
            </a:pPr>
            <a:r>
              <a:rPr lang="en-US" sz="1400" dirty="0"/>
              <a:t>at hour #8.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2.3 Profit/Loss Calculation: Accounting is done to compute the Profit/Loss (P/L) of the L/S strategy </a:t>
            </a:r>
          </a:p>
          <a:p>
            <a:pPr marL="0" indent="0">
              <a:buNone/>
            </a:pPr>
            <a:r>
              <a:rPr lang="en-US" sz="1400" dirty="0"/>
              <a:t>based on the trading steps. A standard investment amount of $100 is assumed for each step.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651887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7FC64-F497-9FE3-32EF-A9486F03E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1305"/>
            <a:ext cx="10515600" cy="779463"/>
          </a:xfrm>
        </p:spPr>
        <p:txBody>
          <a:bodyPr/>
          <a:lstStyle/>
          <a:p>
            <a:r>
              <a:rPr lang="en-US" dirty="0"/>
              <a:t>Power BI Explanation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44C27-B1F0-51DA-D396-7C974FB7E8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Add-in 3">
                <a:extLst>
                  <a:ext uri="{FF2B5EF4-FFF2-40B4-BE49-F238E27FC236}">
                    <a16:creationId xmlns:a16="http://schemas.microsoft.com/office/drawing/2014/main" id="{B5CE04A9-7060-8985-D327-2F4AF699DE0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1373486"/>
                  </p:ext>
                </p:extLst>
              </p:nvPr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Add-in 3">
                <a:extLst>
                  <a:ext uri="{FF2B5EF4-FFF2-40B4-BE49-F238E27FC236}">
                    <a16:creationId xmlns:a16="http://schemas.microsoft.com/office/drawing/2014/main" id="{B5CE04A9-7060-8985-D327-2F4AF699DE0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18011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webextension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webextensions/webextension1.xml><?xml version="1.0" encoding="utf-8"?>
<we:webextension xmlns:we="http://schemas.microsoft.com/office/webextensions/webextension/2010/11" id="{942B4FBC-D3D8-4A34-809B-CB0FEA9BCB32}">
  <we:reference id="wa104379699" version="1.0.0.1" store="en-US" storeType="OMEX"/>
  <we:alternateReferences>
    <we:reference id="WA104379699" version="1.0.0.1" store="WA104379699" storeType="OMEX"/>
  </we:alternateReferences>
  <we:properties>
    <we:property name="savedState" value="{&quot;groupId&quot;:&quot;512e0243-2af5-40ea-8d3f-0aca1b1d3166&quot;,&quot;dashboardId&quot;:null,&quot;dashboardTileId&quot;:null,&quot;dashboardTileFilter&quot;:null,&quot;reportId&quot;:&quot;17f39150-11cb-41a7-81c9-820a05a5e0ac&quot;,&quot;pageName&quot;:&quot;ReportSection53ef7ea21a32d85f9002&quot;,&quot;publicReportUrl&quot;:null,&quot;lastState&quot;:&quot;app.embed.report&quot;,&quot;ReportBookmark&quot;:&quot;&quot;,&quot;ReportFilter&quot;:&quot;&quot;,&quot;ReportPageFilter&quot;:&quot;&quot;,&quot;ReportSlicers&quot;:&quot;&quot;,&quot;fromLogin&quot;:false,&quot;appVersion&quot;:&quot;1.0&quot;,&quot;savedDate&quot;:&quot;2024-05-04T02:15:28.281Z&quot;}"/>
  </we:properties>
  <we:bindings/>
  <we:snapshot xmlns:r="http://schemas.openxmlformats.org/officeDocument/2006/relationships" r:embed="rId1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295</Words>
  <Application>Microsoft Office PowerPoint</Application>
  <PresentationFormat>Widescreen</PresentationFormat>
  <Paragraphs>28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Data Engineering - Final</vt:lpstr>
      <vt:lpstr>Part - 2</vt:lpstr>
      <vt:lpstr>Power BI Explanation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Engineering - Final</dc:title>
  <dc:creator>Shubh Kamdar</dc:creator>
  <cp:lastModifiedBy>Shubh Kamdar</cp:lastModifiedBy>
  <cp:revision>1</cp:revision>
  <dcterms:created xsi:type="dcterms:W3CDTF">2024-05-04T01:54:11Z</dcterms:created>
  <dcterms:modified xsi:type="dcterms:W3CDTF">2024-05-04T02:38:28Z</dcterms:modified>
</cp:coreProperties>
</file>